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7"/>
  </p:notesMasterIdLst>
  <p:handoutMasterIdLst>
    <p:handoutMasterId r:id="rId8"/>
  </p:handoutMasterIdLst>
  <p:sldIdLst>
    <p:sldId id="470" r:id="rId3"/>
    <p:sldId id="257" r:id="rId4"/>
    <p:sldId id="469" r:id="rId5"/>
    <p:sldId id="468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56" autoAdjust="0"/>
    <p:restoredTop sz="94660"/>
  </p:normalViewPr>
  <p:slideViewPr>
    <p:cSldViewPr>
      <p:cViewPr varScale="1">
        <p:scale>
          <a:sx n="78" d="100"/>
          <a:sy n="78" d="100"/>
        </p:scale>
        <p:origin x="1709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-281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723EA-FB95-4AC8-A4BD-58E4669E0B1F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Department of Computer Science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53E84-709F-48AD-B377-36E236029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89045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646754-D48D-4561-B55F-9FFCE584DA41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09CBC-FADD-4676-B5C3-313D902CE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149259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09CBC-FADD-4676-B5C3-313D902CEF1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9282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86CAF49-65C5-4079-8211-C2C336248627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90800" y="6324600"/>
            <a:ext cx="4038600" cy="365125"/>
          </a:xfrm>
        </p:spPr>
        <p:txBody>
          <a:bodyPr/>
          <a:lstStyle/>
          <a:p>
            <a:r>
              <a:rPr lang="en-US" dirty="0"/>
              <a:t>Department of Computer Science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355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E7823A9-133F-442E-9BE6-B55F55A35407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90800" y="6324600"/>
            <a:ext cx="4038600" cy="365125"/>
          </a:xfrm>
        </p:spPr>
        <p:txBody>
          <a:bodyPr/>
          <a:lstStyle/>
          <a:p>
            <a:r>
              <a:rPr lang="en-US" dirty="0"/>
              <a:t>Department of Computer Science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"/>
            <a:ext cx="838200" cy="799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6312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F09A8F3-C458-4A7F-8381-F162D0A5FB24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50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B6A959C-253A-4732-A364-3F7972572838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117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05CDA54-F9C2-4AE0-A35F-BBB320900C40}" type="datetime1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184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770F2D0-8E3D-4806-88B7-A35EEEE634CB}" type="datetime1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216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A391245-9AD2-410B-81D5-23E049DAEA56}" type="datetime1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778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5A9C23-7BD8-4329-A009-2B1B7DF4CDCA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22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73F3668-C2E4-47B0-9F4D-70A47AFDBCBE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487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134502B-A5B8-4C9C-9496-E4BC2519CBE5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020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8E1B723-7CA0-47A5-B864-E1D2576AFFEC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8473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AB262-B04F-D925-B5B9-40E58EDE2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964F51-A3A1-F149-E0A1-87E8309732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2DE21-CECE-80FE-997B-00A652261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819A-DAAB-418A-9097-16F8D486B1F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59326-7ACE-FCBF-D5B8-31271F105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78138-4B39-BBCF-2EAD-EAE6AB9F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DA3A-0645-4272-B64E-14173F4A2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838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D3405-A812-F84D-D297-FF41BF513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8BD08-1FDC-FFA5-6A46-57FD7CF90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B6FC7-F787-6CAB-2558-EC34E15CF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819A-DAAB-418A-9097-16F8D486B1F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7DE5E-CEB5-CB0B-BFDE-79C300C6F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3B85D-F8F6-A81E-CB52-5B77D5F0D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DA3A-0645-4272-B64E-14173F4A2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5150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23598-F92F-902C-6D59-CD4BF2241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6A9DC-41C1-5E2B-9C9C-10A69B6AC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3D440-7DF3-C3D9-2E4A-BE7D1CB7E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819A-DAAB-418A-9097-16F8D486B1F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14E5C-C231-F410-BB84-5D2FD1B76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143FE-5D06-E2F7-9E3B-744C9D3D1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DA3A-0645-4272-B64E-14173F4A2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5458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6EF5B-DFEA-685D-BEB5-DE3FE3307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F379D-19BA-E076-3CF9-9D0D539981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6D16C-705B-4209-564A-8297D4B435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EF5181-9E13-18F8-A2D4-AC6EB73C6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819A-DAAB-418A-9097-16F8D486B1F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7214E3-0BF2-E8CD-8C28-35484710A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D1B8F-25A9-D6C2-49A9-556CFA89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DA3A-0645-4272-B64E-14173F4A2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3899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542AF-003C-8921-9D35-3DD8BBBEE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0BD607-D39D-30D3-4A7C-097A9F032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C2D9E-E33C-75C1-FA9B-5EED6409B6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6C234B-8EA7-2951-11DD-F82B6FD014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072346-72A3-9178-1A00-A0C97DB21D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334E88-4640-A730-63C7-2FCA00399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819A-DAAB-418A-9097-16F8D486B1F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C07CFA-7EF3-4EB5-2118-558E1D7A1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6D89D2-9CB1-A045-308E-9B726092E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DA3A-0645-4272-B64E-14173F4A2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091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7AFE5-8344-7F0F-FDDC-34A8EA434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101BCF-017E-0AD9-9365-CADB98AF0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819A-DAAB-418A-9097-16F8D486B1F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15594E-6F19-3214-5996-23FB56A28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1C4DD6-C65E-BEF0-5224-300089968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DA3A-0645-4272-B64E-14173F4A2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3319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E8210C-9B02-0AAF-0D59-9AB8DA46D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819A-DAAB-418A-9097-16F8D486B1F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6CA002-7F69-B8B9-EA8B-BBF200F76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FB249-B0EF-3B95-2475-86E137384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DA3A-0645-4272-B64E-14173F4A2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1904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C01CB-B75A-566F-D291-BF90CD786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84994-9A6A-3F1A-191E-F84630625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55474B-0EC3-745F-65BA-CF77B55CD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84B78-BE54-22A2-E5E5-91BA459A2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819A-DAAB-418A-9097-16F8D486B1F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D4C63-F986-BCC9-DC21-B58FFA820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EB0EE5-159F-E010-EAA5-4233DE503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DA3A-0645-4272-B64E-14173F4A2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9708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2A2CC-A643-BDE9-E329-B99C47473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6231E2-B87C-AAA8-3471-D8175A4DAA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67F99A-DC65-4688-AABA-3C7F433DB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826BA-6FEC-8E10-148B-27798B589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819A-DAAB-418A-9097-16F8D486B1F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CADF46-EE09-C721-4E85-DDFADEB52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7961D-94E0-0C89-33B0-DC6C2253C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DA3A-0645-4272-B64E-14173F4A2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6555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BA22-640A-D412-F446-FBAD20305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E90A70-5A63-9B0C-8179-17AA71213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53898-825F-C19F-3203-3437FB476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819A-DAAB-418A-9097-16F8D486B1F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3763C-9386-C7E5-E0B1-AED974208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D0171-E5A3-1049-1884-3CE124AFD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DA3A-0645-4272-B64E-14173F4A2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3122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0D586C-096D-27CA-9248-E1A7E44979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A092B7-39DB-9077-0177-95A9CE1B9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E61BD-63CE-42C0-8E55-39BAB1DD9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1819A-DAAB-418A-9097-16F8D486B1F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70A10-E275-19EF-792F-5C325E206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5AF16-69DC-71FB-B352-85E815313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EDA3A-0645-4272-B64E-14173F4A2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1500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086CAF49-65C5-4079-8211-C2C336248627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90800" y="6324602"/>
            <a:ext cx="4038600" cy="365125"/>
          </a:xfrm>
        </p:spPr>
        <p:txBody>
          <a:bodyPr/>
          <a:lstStyle/>
          <a:p>
            <a:r>
              <a:rPr lang="en-US" dirty="0"/>
              <a:t>Department of Computer Science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722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38400" y="6400800"/>
            <a:ext cx="4038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Department of Computer Science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46D15-3898-4B85-9369-B7C77A63AF0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1524000" y="1645578"/>
            <a:ext cx="5867400" cy="175577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01600">
              <a:spcBef>
                <a:spcPts val="0"/>
              </a:spcBef>
            </a:pPr>
            <a:br>
              <a:rPr lang="en-US" b="1" dirty="0">
                <a:solidFill>
                  <a:srgbClr val="366092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57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DEEC20-310C-B1E6-43D6-2973FCC0C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C8AA6-1C51-60A3-E10A-BC4614E06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C7299-68A1-E240-97A4-7507257BDE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1819A-DAAB-418A-9097-16F8D486B1F0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2AB41-C52E-9D80-2586-E29C341E28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94542-44B6-A11B-A581-7B7521931F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3EDA3A-0645-4272-B64E-14173F4A26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473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514850"/>
            <a:ext cx="2209800" cy="584877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Presented By: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Zaid Mansuri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Siddiqui Zeeshan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100" y="5600701"/>
            <a:ext cx="3028950" cy="273844"/>
          </a:xfrm>
        </p:spPr>
        <p:txBody>
          <a:bodyPr/>
          <a:lstStyle/>
          <a:p>
            <a:pPr defTabSz="685800"/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Department of Computer science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057900" y="5624514"/>
            <a:ext cx="1600200" cy="273844"/>
          </a:xfrm>
        </p:spPr>
        <p:txBody>
          <a:bodyPr/>
          <a:lstStyle/>
          <a:p>
            <a:pPr defTabSz="685800"/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5257800" y="4629150"/>
            <a:ext cx="2628900" cy="748481"/>
          </a:xfrm>
          <a:prstGeom prst="rect">
            <a:avLst/>
          </a:prstGeom>
        </p:spPr>
        <p:txBody>
          <a:bodyPr vert="horz" lIns="68580" tIns="34290" rIns="68580" bIns="34290" rtlCol="0">
            <a:normAutofit fontScale="4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685800"/>
            <a:r>
              <a:rPr lang="en-US" sz="2400" noProof="1">
                <a:solidFill>
                  <a:prstClr val="black"/>
                </a:solidFill>
                <a:latin typeface="Calibri" panose="020F0502020204030204"/>
              </a:rPr>
              <a:t>Under the Guidance:</a:t>
            </a:r>
          </a:p>
          <a:p>
            <a:pPr algn="l" defTabSz="685800"/>
            <a:r>
              <a:rPr lang="en-US" sz="2400" noProof="1">
                <a:solidFill>
                  <a:prstClr val="black"/>
                </a:solidFill>
                <a:latin typeface="Calibri" panose="020F0502020204030204"/>
              </a:rPr>
              <a:t>Ms. Priti Tilwani</a:t>
            </a:r>
          </a:p>
          <a:p>
            <a:pPr algn="l" defTabSz="685800"/>
            <a:br>
              <a:rPr lang="en-US" sz="2400" noProof="1">
                <a:solidFill>
                  <a:prstClr val="black"/>
                </a:solidFill>
                <a:latin typeface="Calibri" panose="020F0502020204030204"/>
              </a:rPr>
            </a:br>
            <a:endParaRPr lang="en-US" sz="2400" noProof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543050" y="2228851"/>
            <a:ext cx="5772150" cy="273598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/>
            <a:r>
              <a:rPr lang="en-US" sz="1800" b="1" dirty="0">
                <a:solidFill>
                  <a:srgbClr val="366092"/>
                </a:solidFill>
                <a:latin typeface="Calibri Light" panose="020F0302020204030204"/>
              </a:rPr>
              <a:t>Department of Computer Science</a:t>
            </a:r>
            <a:br>
              <a:rPr lang="en-US" sz="1800" b="1" dirty="0">
                <a:solidFill>
                  <a:srgbClr val="366092"/>
                </a:solidFill>
                <a:latin typeface="Calibri Light" panose="020F0302020204030204"/>
              </a:rPr>
            </a:br>
            <a:r>
              <a:rPr lang="en-US" sz="1800" b="1" dirty="0">
                <a:solidFill>
                  <a:srgbClr val="366092"/>
                </a:solidFill>
                <a:latin typeface="Calibri Light" panose="020F0302020204030204"/>
              </a:rPr>
              <a:t>Gujarat University</a:t>
            </a:r>
          </a:p>
          <a:p>
            <a:pPr defTabSz="685800"/>
            <a:r>
              <a:rPr lang="en-US" sz="1800" b="1" dirty="0">
                <a:solidFill>
                  <a:srgbClr val="366092"/>
                </a:solidFill>
                <a:latin typeface="Calibri Light" panose="020F0302020204030204"/>
              </a:rPr>
              <a:t>Masters of Computer Applications</a:t>
            </a:r>
          </a:p>
          <a:p>
            <a:pPr defTabSz="685800"/>
            <a:r>
              <a:rPr lang="en-US" sz="1800" b="1" dirty="0">
                <a:solidFill>
                  <a:srgbClr val="366092"/>
                </a:solidFill>
                <a:latin typeface="Calibri Light" panose="020F0302020204030204"/>
              </a:rPr>
              <a:t>Semester – VI</a:t>
            </a:r>
          </a:p>
          <a:p>
            <a:pPr defTabSz="685800"/>
            <a:endParaRPr lang="en-US" sz="1800" b="1" dirty="0">
              <a:solidFill>
                <a:srgbClr val="366092"/>
              </a:solidFill>
              <a:latin typeface="Calibri Light" panose="020F0302020204030204"/>
            </a:endParaRPr>
          </a:p>
          <a:p>
            <a:pPr defTabSz="685800"/>
            <a:r>
              <a:rPr lang="en-US" sz="3000" b="1" dirty="0">
                <a:solidFill>
                  <a:prstClr val="black">
                    <a:lumMod val="95000"/>
                    <a:lumOff val="5000"/>
                  </a:prstClr>
                </a:solidFill>
                <a:latin typeface="Calibri Light" panose="020F0302020204030204"/>
              </a:rPr>
              <a:t>     Brainwave.ai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900" y="1065260"/>
            <a:ext cx="1314450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3104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2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Title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B2A7B-6F65-2BB8-D001-89058AE86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70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B4662-7446-862D-AFC9-D91E41667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8A067-B93A-272E-48EF-BA850CE64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FEEEC-9D60-1739-7472-A0280E8D6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3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E0C4CB-B279-2244-EF7A-00A26AE1B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Title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26BD6-65DB-5D34-586F-62264231D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548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7A466-A4BA-7D78-5F71-74E8C4968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1BA2F-78A8-3B5E-A9B3-2C46F8CFB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FDAF6-648C-2865-B6B6-C48551603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6D15-3898-4B85-9369-B7C77A63AF05}" type="slidenum">
              <a:rPr lang="en-US" smtClean="0"/>
              <a:t>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60EB892-97A9-4A53-AEAC-2D91693E3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Title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4CACC-C948-4D99-FE5E-9EA93058F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881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5782</TotalTime>
  <Words>62</Words>
  <Application>Microsoft Office PowerPoint</Application>
  <PresentationFormat>On-screen Show (4:3)</PresentationFormat>
  <Paragraphs>22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1_Office Theme</vt:lpstr>
      <vt:lpstr>PowerPoint Presentation</vt:lpstr>
      <vt:lpstr>Title </vt:lpstr>
      <vt:lpstr>Title </vt:lpstr>
      <vt:lpstr>Title 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Khyati Rami</dc:creator>
  <cp:lastModifiedBy>Siddiqui Zeeshan</cp:lastModifiedBy>
  <cp:revision>937</cp:revision>
  <dcterms:created xsi:type="dcterms:W3CDTF">2019-12-05T09:02:25Z</dcterms:created>
  <dcterms:modified xsi:type="dcterms:W3CDTF">2026-04-01T04:23:44Z</dcterms:modified>
</cp:coreProperties>
</file>